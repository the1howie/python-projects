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A7840-0A69-1344-7835-4164B87F7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EDEA77-B574-2064-8E1C-056127CD1D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CE101-DED1-595E-2DD9-F3C83CD44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EEBFA-562F-4BC6-BC2E-DAED2DC5B879}" type="datetimeFigureOut">
              <a:rPr lang="en-GB" smtClean="0"/>
              <a:t>28/12/2025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669EE2-DA3C-B9FA-5AC0-0FFA6C7C7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207B8-CC14-3A1A-3689-CC7CE01A0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212B5-95A2-4013-9F13-44DD39260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6971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8F8E9-9AB2-0797-94D7-66AEDE04E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00A98-7F6F-97DC-AAB1-79CF54A0D4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56571C-F774-A738-BFC7-02F94E4C2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EEBFA-562F-4BC6-BC2E-DAED2DC5B879}" type="datetimeFigureOut">
              <a:rPr lang="en-GB" smtClean="0"/>
              <a:t>28/12/2025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82CA60-1AC2-B457-06CD-8066E0E28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DC0CF-9FC4-0A3B-53E7-57227FA34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212B5-95A2-4013-9F13-44DD39260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4485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276B1-4201-51C6-33C4-BAFD3BDD2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343969-8D0E-6828-2D81-4332B7D8BD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0F758D-E332-5F9B-1F8C-1E8C70549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EEBFA-562F-4BC6-BC2E-DAED2DC5B879}" type="datetimeFigureOut">
              <a:rPr lang="en-GB" smtClean="0"/>
              <a:t>28/12/2025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3E113B-5590-9433-A4F3-203181C18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40022D-D828-DDB1-1C5F-34F3ABFF0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212B5-95A2-4013-9F13-44DD39260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7018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20B13-C4D2-D0E2-F4FB-89344DD4D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ED789-8C4D-43A1-9DD5-6C610B4A31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53F10-270C-30D4-598B-1C752FCFA8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1B2FC1-964A-82F2-90F3-554EEE8FA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EEBFA-562F-4BC6-BC2E-DAED2DC5B879}" type="datetimeFigureOut">
              <a:rPr lang="en-GB" smtClean="0"/>
              <a:t>28/12/2025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725D83-7D54-CAC8-0799-727997A14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0958C2-EB3A-F7F3-D714-6DC0F596A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212B5-95A2-4013-9F13-44DD39260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02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835B8-9126-D7E0-DEA3-7DF64BDB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608FFC-FFBB-CD26-C62E-42A75D9D73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681DF1-5514-591A-1501-3F19F04AD4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C59116-79C8-731F-20E1-BE600C5474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6A01F9-8B14-AB7E-26C2-A4FA32BC75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6ADE5D-7A0D-009E-0E77-07307A349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EEBFA-562F-4BC6-BC2E-DAED2DC5B879}" type="datetimeFigureOut">
              <a:rPr lang="en-GB" smtClean="0"/>
              <a:t>28/12/2025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608595-CB51-798B-6535-354D3C79B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0FE9BA-6033-BAB4-0549-05378C967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212B5-95A2-4013-9F13-44DD39260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2768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36989-F7A9-1DE3-4222-271EF2386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ACCC55-630F-27C0-D620-3C3DE05C8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EEBFA-562F-4BC6-BC2E-DAED2DC5B879}" type="datetimeFigureOut">
              <a:rPr lang="en-GB" smtClean="0"/>
              <a:t>28/12/2025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28A337-F38E-1B27-F035-D7E1362DF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EC4C37-011A-5EEB-2EFC-8B84A8A41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212B5-95A2-4013-9F13-44DD39260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7599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A022AC-D76C-C02B-B226-66C92FBAF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EEBFA-562F-4BC6-BC2E-DAED2DC5B879}" type="datetimeFigureOut">
              <a:rPr lang="en-GB" smtClean="0"/>
              <a:t>28/12/2025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16A4B8-D143-4B5E-B69A-B791C1C91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8691F8-F546-9612-1077-A94359182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212B5-95A2-4013-9F13-44DD39260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2914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DDDBB-8F12-E368-42E3-657EB9006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1FEFC7-080F-E9AD-AF24-CC0E8DF4E7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9E8A25-9568-6475-E860-4BA9CDEAB6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963BAF-93C6-AE61-A7EB-470BE294A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EEBFA-562F-4BC6-BC2E-DAED2DC5B879}" type="datetimeFigureOut">
              <a:rPr lang="en-GB" smtClean="0"/>
              <a:t>28/12/2025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094EBF-CA32-B271-A51B-A32122E98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17D65A-5AD0-0A9C-E49A-0F96C01A8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212B5-95A2-4013-9F13-44DD39260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8729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BAA8A-A14E-C7CA-B8EF-961427EEE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A0F764-61E1-31A6-507C-3DAA3D2DFD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E27023-36A5-E6E0-8160-6985F56F0F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10BF7D-6080-E3F5-BFEA-C58F5C0F2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EEBFA-562F-4BC6-BC2E-DAED2DC5B879}" type="datetimeFigureOut">
              <a:rPr lang="en-GB" smtClean="0"/>
              <a:t>28/12/2025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91DA77-DF3E-3BE2-CF24-478B1E0D4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682545-AE1F-B6A6-B482-DB69FBC8E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212B5-95A2-4013-9F13-44DD39260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2747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8E36A-8177-3FEA-728A-28D1E2ED9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53028F-F1EA-64E2-65AA-ACD3B00A50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53472A-607E-EE00-1CDE-9F55066C5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EEBFA-562F-4BC6-BC2E-DAED2DC5B879}" type="datetimeFigureOut">
              <a:rPr lang="en-GB" smtClean="0"/>
              <a:t>28/12/2025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6DBD6-7C0D-66E5-1D13-5987DFA80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7035B4-0DFC-D58F-89C4-8C195598C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212B5-95A2-4013-9F13-44DD39260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108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9EA5F3-5EE4-502B-8BCD-AA7B3DE72B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1D1173-8574-9EB8-E1E9-8993D823E5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E7AD92-B404-9B2B-4B41-7CF643295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EEBFA-562F-4BC6-BC2E-DAED2DC5B879}" type="datetimeFigureOut">
              <a:rPr lang="en-GB" smtClean="0"/>
              <a:t>28/12/2025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7CB046-A785-834D-821B-52A5494C6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69426-6F66-3E96-F46E-F931ED792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212B5-95A2-4013-9F13-44DD39260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9249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DB96AB-21C1-7417-5162-3A4035308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DAEB7E-6B6B-5C86-9E0F-CFD318054F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9440C0-F2B2-9BD3-FA2A-769ED9A000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DEEBFA-562F-4BC6-BC2E-DAED2DC5B879}" type="datetimeFigureOut">
              <a:rPr lang="en-GB" smtClean="0"/>
              <a:t>28/12/2025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516AD-79B4-AA75-1B3F-E7C9F49162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DA8CB7-E98D-9AAC-0D3E-3ADD45517A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0212B5-95A2-4013-9F13-44DD39260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8594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line drawing of a person's head&#10;&#10;AI-generated content may be incorrect.">
            <a:extLst>
              <a:ext uri="{FF2B5EF4-FFF2-40B4-BE49-F238E27FC236}">
                <a16:creationId xmlns:a16="http://schemas.microsoft.com/office/drawing/2014/main" id="{F3ED1B04-C799-7665-72A1-82A752FC7A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804" y="959727"/>
            <a:ext cx="3429000" cy="4445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6FCB46A-107E-027D-6AAD-70B2DF99F791}"/>
              </a:ext>
            </a:extLst>
          </p:cNvPr>
          <p:cNvSpPr txBox="1"/>
          <p:nvPr/>
        </p:nvSpPr>
        <p:spPr>
          <a:xfrm>
            <a:off x="3542097" y="1981899"/>
            <a:ext cx="7180446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5000" dirty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LXVII</a:t>
            </a:r>
          </a:p>
        </p:txBody>
      </p:sp>
    </p:spTree>
    <p:extLst>
      <p:ext uri="{BB962C8B-B14F-4D97-AF65-F5344CB8AC3E}">
        <p14:creationId xmlns:p14="http://schemas.microsoft.com/office/powerpoint/2010/main" val="31979243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Aurel Nicolae</dc:creator>
  <cp:lastModifiedBy>Aurel Nicolae</cp:lastModifiedBy>
  <cp:revision>1</cp:revision>
  <dcterms:created xsi:type="dcterms:W3CDTF">2025-12-28T13:58:03Z</dcterms:created>
  <dcterms:modified xsi:type="dcterms:W3CDTF">2025-12-28T14:13:57Z</dcterms:modified>
</cp:coreProperties>
</file>